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B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>
      <p:cViewPr varScale="1">
        <p:scale>
          <a:sx n="116" d="100"/>
          <a:sy n="116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3FC6B-F0E4-B6C9-12F5-22911126A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08547-767D-72F3-A579-47C438B1F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D8EB7-6EA8-DD10-097C-BBBD600A2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AE0BD-3EC7-F9E3-C5C1-281AF8C2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AF67B-1A57-1CD0-4E6A-B1C92B77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5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B97D-95C3-D937-2694-3D6CAFA6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E9773-62D2-C300-CDAE-5743D5D92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6691E-8037-BE24-3A1F-2D032442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5657D-9B57-E9F4-4AA1-B0F67692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FE766-62F4-6A09-4190-F2266B2D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6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1C7DE-2183-5910-2668-A1FB142BE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E23CA-B8FF-9A7B-32AB-56437F080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7B0E5-EF4F-513F-A6F6-081205A1E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4B436-815E-094D-834A-CD5F571E6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28B71-F42A-1DF2-DD65-872CB34A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B21B-85E6-3CCD-32BE-BB23C6309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98140-FF55-3779-0EEC-35E7C7BD7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29DA8-7612-BFA6-C6ED-E5676D3B0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2E51F-7E5D-BC8E-088E-09FE26B52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F9E87-9878-F6F4-72A2-809437F3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27D03-BC69-51BF-2C71-2852209D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18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8851-F0C4-5A25-7B63-122B52457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30F66-03F5-BCA3-8FE8-1C6AD98CF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8B359-E00E-E558-AD01-FFF78D37A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0F0F7-AD37-EB74-CC15-6F23A18CC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2E0804-98E7-3858-ECD1-85D2C1816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7AC9C-13AA-0132-A5B5-DC101CC0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1B8FE0-CA5D-A641-CFB8-727F9EBA6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0D0F5-3414-EF14-D79D-AEE07B74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8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7B71-261F-A35F-D6F5-51D8189C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9DA905-9D7C-B905-8E44-ED836FCDA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9FE11-F581-49A8-91DD-A1E47CA7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5028-BDE0-F12E-2DD4-1B019E8A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74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8CC91-227D-CC49-F35E-EB40444E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49B7-A741-8121-3862-FFA50147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26329-1E98-14C2-D7A6-4ACCCD0F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4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7E98-0942-AC69-9E75-8755C7E71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5A246-8B3A-C3BE-369A-9A19B481E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27244-B467-69B4-ED6F-6C72109AC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2800B-49DA-2DF5-D185-D9783699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68793-D3F4-A8C5-AC62-093AE6CAD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A3A9E-0278-F353-B078-1E4B5849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5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1485-51A8-0EA5-CB5C-1D0C636E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2D24D5-2328-A4AA-8D8F-52D083311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9D260-FEB8-B822-F6F2-2AE2C25BF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CCC21-7506-86AD-1872-B1C53BF9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AC186-BA43-2CE7-A220-04DD068C6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76F1A-E8B6-5205-0D37-E1AAC67A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4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C36F-A353-711F-0FFC-69477FE9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C34BB-AA5F-DC6D-F37B-0CBA31CBD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15BEE-0515-0EBB-0721-951FAD8C2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F95F1-A69B-5D73-8176-2F7E4B26A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F1550-4AD7-0134-BD57-E2802BD1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98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D93BD0-4AB9-5828-78F7-AB2A5C5DD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7040A-47FD-9D87-13FF-72BBAD516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2DC72-30D0-0536-A055-492DF941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355BD-FDF9-A848-4D71-015150AA8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5D398-6717-9F66-5ACC-7753A5BD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09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751C1-A941-6CE0-09F8-919187A95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F9ABD-A455-3DD0-E349-EC62E8B1F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1DFDF-0E78-19C2-FCB9-CEC668E1B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EC3E2-E169-A64A-96EE-47F69A654F7B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1DFBB-B8A3-98C3-5824-D17C8CC51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2B653-E43E-A59B-CA7F-0AF4056A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D3D09-16BE-DB43-8F9F-EC3976D80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5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EBBF77-A44F-E9C2-A089-B6A68F49B1A9}"/>
              </a:ext>
            </a:extLst>
          </p:cNvPr>
          <p:cNvSpPr txBox="1"/>
          <p:nvPr/>
        </p:nvSpPr>
        <p:spPr>
          <a:xfrm>
            <a:off x="2664246" y="1530403"/>
            <a:ext cx="6863508" cy="379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genBST</a:t>
            </a:r>
            <a:r>
              <a:rPr lang="en-US" dirty="0">
                <a:solidFill>
                  <a:srgbClr val="000000"/>
                </a:solidFill>
                <a:latin typeface="Fira Code" panose="020B08090500000200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(lo hi : Nat) :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00000"/>
                </a:solidFill>
                <a:latin typeface="Fira Code" panose="020B08090500000200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Gen (</a:t>
            </a:r>
            <a:r>
              <a:rPr lang="el-GR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λ 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v =&gt; </a:t>
            </a:r>
            <a:r>
              <a:rPr lang="en-US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isBST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lo hi v = some ()) := </a:t>
            </a: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by</a:t>
            </a:r>
            <a:endParaRPr lang="en-US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  apply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synth_accuTreeM</a:t>
            </a:r>
            <a:endParaRPr lang="en-US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  intro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b s</a:t>
            </a: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simp_all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[</a:t>
            </a:r>
            <a:r>
              <a:rPr lang="en-US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TreeF_or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]</a:t>
            </a: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  apply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synth_or</a:t>
            </a:r>
            <a:endParaRPr lang="en-US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 · </a:t>
            </a: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apply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synth_pure</a:t>
            </a:r>
            <a:endParaRPr lang="en-US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 · </a:t>
            </a: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apply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synth_bind_arb</a:t>
            </a:r>
            <a:endParaRPr lang="en-US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    intro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()</a:t>
            </a: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rw_add_comm</a:t>
            </a:r>
            <a:endParaRPr lang="en-US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    apply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synth_bind</a:t>
            </a:r>
            <a:endParaRPr lang="en-US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 · </a:t>
            </a: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apply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synth_between</a:t>
            </a:r>
            <a:endParaRPr lang="en-US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 · </a:t>
            </a: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intro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x</a:t>
            </a: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    apply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synth_bind_arb</a:t>
            </a:r>
            <a:endParaRPr lang="en-US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    intro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()</a:t>
            </a: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    apply</a:t>
            </a:r>
            <a:r>
              <a:rPr 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synth_pure</a:t>
            </a:r>
            <a:endParaRPr lang="en-US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768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Fira Code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hgo</dc:creator>
  <cp:lastModifiedBy>hgo</cp:lastModifiedBy>
  <cp:revision>1</cp:revision>
  <dcterms:created xsi:type="dcterms:W3CDTF">2025-01-09T01:37:28Z</dcterms:created>
  <dcterms:modified xsi:type="dcterms:W3CDTF">2025-01-09T01:40:54Z</dcterms:modified>
</cp:coreProperties>
</file>